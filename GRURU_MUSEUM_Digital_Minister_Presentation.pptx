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8C6B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3200400" cy="3474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486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SPECIMEN // GRM-2026-EXEC-001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548640"/>
            <a:ext cx="429768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548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ข้อเสนอเชิงยุทธศาสตร์: นวัตกรรมโครงสร้างพื้นฐานความรู้ดิจิทัล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GRURU MUSEUM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Future Archaeology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“New Knowledge. New Storytelling. Built for Everyday Living.”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ปลุกคลังภูมิปัญญาและประวัติศาสตร์ไทยสู่โครงสร้างกราฟความรู้ดิจิทัล เพื่อชีวิตคนรุ่นใหม่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508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478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3-5 วินาที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เข้าใจความเชื่อมโยงทันที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3474720"/>
            <a:ext cx="1508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5478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100% Verified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886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ตรวจสอบแหล่งอ้างอิงได้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3474720"/>
            <a:ext cx="1508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5478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Everyday Takeaway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3886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นำไปใช้ได้จริงทุกวัน</a:t>
            </a:r>
            <a:endParaRPr lang="en-US" sz="850" dirty="0"/>
          </a:p>
        </p:txBody>
      </p:sp>
      <p:pic>
        <p:nvPicPr>
          <p:cNvPr id="20" name="Image 0" descr="C:\Users\Administrator\OneDrive - BUU\Desktop\Museum\gruru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188720"/>
            <a:ext cx="2926080" cy="2926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669280" y="4206240"/>
            <a:ext cx="2926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EMBLEM: THAI PRAJUMYAM x QUANTUM GRAPH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31520" y="4480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นำเสนอต่อ: ฯพณฯ รัฐมนตรีว่าการกระทรวงดิจิทัลเพื่อเศรษฐกิจและสังคม (MDES)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โดย: คณะทำงานยุทธศาสตร์นวัตกรรมข้อมูลดิจิทัล GRURU MUSEUM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GRM-2026-STRAT-002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NATIONAL CRISIS &amp; OPPORTUNITY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ปัญหาเชิงยุทธศาสตร์ &amp; โอกาสของประเทศไทยในยุค Data &amp; 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37490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3 ปัญหาใหญ่ของ "คลังความรู้ชาติ" ในปัจจุบัน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965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❌  Data Silo &amp; Unstructured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20370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ข้อมูลประวัติศาสตร์ วิทยาศาสตร์ และภูมิปัญญากว่า 80% ติดอยู่ในเอกสาร PDF หนังสือเก่า หรือฐานข้อมูลแยกส่วน ไม่พร้อมสำหรับ 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❌  Attention Span Crisis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0723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คนรุ่นใหม่ (22-40 ปี) ตัดสินใจใน 3-5 วินาที ไม่บริโภคสารานุกรมยาว แต่คอนเทนต์สั้นบนโซเชียลก็มัก "ไม่มีแหล่งอ้างอิงที่ตรวจสอบได้"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❌  Disconnected Knowledge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94106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ความรู้ในอดีตถูกมองว่าล้าสมัย ไม่สามารถแปลงเป็น Everyday Value หรือ Soft Power ที่สร้างมูลค่าทางเศรษฐกิจได้จริง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37490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ทางออกเชิงยุทธศาสตร์: GRURU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965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⚡  Semantic Knowledge Graph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20370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เปลี่ยนข้อมูลตัวอักษรแห้งๆ เป็นโครงข่ายความหมาย (Ontology) ที่คอมพิวเตอร์และมนุษย์เข้าใจร่วมกัน พร้อมต่อยอดสู่ Sovereign 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834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💥  Data Booming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0723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เข้าใจความเชื่อมโยงได้ใน 3 วินาที เริ่มจาก 1 หัวข้อแล้วระเบิดขยายสู่ 12 มิติความรู้ พร้อมแหล่งอ้างอิงตรวจสอบได้ 100%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703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🌱  Everyday Takeaway 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94106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ทุกองค์ความรู้ต้องตอบโจทย์ชีวิตประจำวัน สุขภาพ การทำงาน และต่อยอดเศรษฐกิจสร้างสรรค์ (Creative Economy)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GRM-2026-CONCEPT-003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CONCEPT &amp; POSITIONING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แนวคิดหลัก: Future Archaeology “ห้องแล็บนักโบราณคดีจากอนาคต”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pic>
        <p:nvPicPr>
          <p:cNvPr id="11" name="Image 0" descr="C:\Users\Administrator\OneDrive - BUU\Desktop\Museum\gruru_future_l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17320"/>
            <a:ext cx="3840480" cy="2468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31520" y="3931920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950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ARCHAEOLOGY LAB (SIMULATION)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การผสาน Modern Art Gallery นิ่งเรียบ เข้ากับ Sci-Fi Data Lab สุดล้ำ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1417320"/>
            <a:ext cx="3657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แก่นแท้ของแบรนด์ (Brand Essence)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204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“อดีตคือข้อมูล • อนาคตคือเรื่องเล่า”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Past is Data, Future is Narrative.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204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บุคลิกแบบ “ภัณฑารักษ์จากอนาคต”: ฉลาดแต่ไม่เก๊ก ขี้เล่นแต่มีหลักฐานเสมอ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2743200"/>
            <a:ext cx="36576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6B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Brand Positioning (Perceptual Matrix)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3154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• สารานุกรมทั่วไป (Wikipedia/หอสมุด)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74920" y="33192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วิชาการสูง แต่เป็นตัวหนังสือยาว เล่าแบบเส้นตรง แห้ง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92040" y="35935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• คอนเทนต์ไวรัลบน Social Media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74920" y="37581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สนุก ย่อยง่าย แต่ไม่มีการอ้างอิง ขาดความน่าเชื่อถือ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892040" y="40325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• ⭐ GRURU MUSEUM (เป้าหมาย)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74920" y="41970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“สนุกแต่มีหลักฐาน” + “โครงข่ายเชื่อมโยงที่โต้ตอบได้ 100%”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GRM-2026-PIPE-004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KNOWLEDGE PIPELINE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พันธกิจ 5 ขั้นตอน: กระบวนการแปรรูปภูมิปัญญาสู่การใช้งานจริง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14630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600200"/>
            <a:ext cx="1280160" cy="411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EXCAVATE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ขุดค้นข้อมูล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2606040"/>
            <a:ext cx="914400" cy="36576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43200"/>
            <a:ext cx="1280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ค้นหาและคัดกรององค์ความรู้จากคลังประวัติศาสตร์ วิทยาศาสตร์ วัฒนธรรม พร้อมแหล่งอ้างอิงชัดเจน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04288" y="1463040"/>
            <a:ext cx="14630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95728" y="1600200"/>
            <a:ext cx="1280160" cy="411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07208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95728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ถอดรหัสเชิงกราฟ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78608" y="2606040"/>
            <a:ext cx="9144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2395728" y="2743200"/>
            <a:ext cx="1280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แปลงข้อความและสถิติเป็น Entity &amp; Relation สู่โครงข่าย Semantic Knowledge Graph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77056" y="1463040"/>
            <a:ext cx="14630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68496" y="1600200"/>
            <a:ext cx="1280160" cy="411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14216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79976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68496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เล่าใหม่แบบ Visual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51376" y="2606040"/>
            <a:ext cx="914400" cy="36576"/>
          </a:xfrm>
          <a:prstGeom prst="rect">
            <a:avLst/>
          </a:prstGeom>
          <a:solidFill>
            <a:srgbClr val="8C6BFF"/>
          </a:solidFill>
          <a:ln/>
        </p:spPr>
      </p:sp>
      <p:sp>
        <p:nvSpPr>
          <p:cNvPr id="31" name="Text 29"/>
          <p:cNvSpPr/>
          <p:nvPr/>
        </p:nvSpPr>
        <p:spPr>
          <a:xfrm>
            <a:off x="3968496" y="2743200"/>
            <a:ext cx="1280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นำเสนอด้วยภาพ แผนภาพ และการโต้ตอบ ดูเข้าใจจบได้ใน 3–5 นาที แทนบทความยาว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9824" y="1463040"/>
            <a:ext cx="14630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41264" y="1600200"/>
            <a:ext cx="1280160" cy="411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52744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41264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จุดระเบิด Data Booming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724144" y="2606040"/>
            <a:ext cx="9144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8" name="Text 36"/>
          <p:cNvSpPr/>
          <p:nvPr/>
        </p:nvSpPr>
        <p:spPr>
          <a:xfrm>
            <a:off x="5541264" y="2743200"/>
            <a:ext cx="1280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ให้ผู้ใช้สำรวจการเชื่อมโยงข้ามศาสตร์ ข้ามยุคสมัย เห็นความสัมพันธ์ที่ไม่เคยรู้มาก่อน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22592" y="1463040"/>
            <a:ext cx="14630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4032" y="1600200"/>
            <a:ext cx="1280160" cy="411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9752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525512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114032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Everyday Takeaway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296912" y="2606040"/>
            <a:ext cx="9144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7114032" y="2743200"/>
            <a:ext cx="1280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สรุปเป็นการ์ดความรู้ที่นำไปปฏิบัติได้จริงในชีวิตประจำวัน สุขภาพ อาหาร หรือการทำงาน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GRM-2026-TECH-005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CORE INNOVATION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เทคโนโลยีเด่น: สถาปัตยกรรม “Data Booming” และกราฟความรู้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3840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นิยามและกลไก Data Booming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1874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เริ่มจาก 1 หัวข้อกลางจอ เมื่อคลิก โหนดจะ “ระเบิด” เป็นโหนดลูก 6–12 โหนดในรัศมีวงกลม แต่ละโหนดโผล่ห่างกัน 40ms พร้อมวงแหวนแสงเรืองและตัวนับความเชื่อมโยงวิ่งขึ้น ผู้ใช้เจาะลึกได้ 3 ชั้น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6 หมวดหมู่ แยกชัดเจนด้วยสีและรูปทรง (WCAG AA Compliant):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017520"/>
            <a:ext cx="16916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35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● วงกลม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08760" y="30358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วิทยาศาสตร์ (Science)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97480" y="3017520"/>
            <a:ext cx="16916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035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⬡ หกเหลี่ยม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30358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ประวัติศาสตร์ (History)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4400" y="3493008"/>
            <a:ext cx="16916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5112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■ สี่เหลี่ยม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08760" y="351129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เทคโนโลยี (Technology)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3493008"/>
            <a:ext cx="16916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5112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▲ สามเหลี่ยม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351129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วัฒนธรรม/ภูมิปัญญา (Wisdom)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14400" y="3968496"/>
            <a:ext cx="16916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9867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◆ ข้าวหลามตัด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08760" y="39867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ธรรมชาติ/ชีวิต (Bio Nature)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697480" y="3968496"/>
            <a:ext cx="16916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9867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B277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○ วงแหวน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39867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ศิลปะ/การออกแบบ (Art &amp; Design)</a:t>
            </a:r>
            <a:endParaRPr lang="en-US" sz="750" dirty="0"/>
          </a:p>
        </p:txBody>
      </p:sp>
      <p:pic>
        <p:nvPicPr>
          <p:cNvPr id="33" name="Image 0" descr="C:\Users\Administrator\OneDrive - BUU\Desktop\Museum\ChatGPT Image Oct 8, 2026, 09_53_32 PM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41732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GRM-2026-USER-006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CITIZEN IMPACT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กลุ่มเป้าหมายพลเมืองและผลกระทบต่อเศรษฐกิจดิจิทัล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554480"/>
            <a:ext cx="219456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72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CURIOUS STARTER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1783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อายุ 22–27 ปี • นักศึกษาจบใหม่ / First Jobber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พฤติกรรมและความต้องการ: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23317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ใช้สมาร์ตโฟนเป็นหลัก ต้องการข้อมูลที่สรุปจบใน 3–5 นาที ชอบกราฟิกสวยที่แชร์ต่อบน Social Media ได้ทันที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246120"/>
            <a:ext cx="219456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101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💡 GRURU Feature ตอบโจทย์: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Data Booming แบบ 1 คลิก + การ์ดความรู้ Specimen Card ขนาด 1080×1350 px สำหรับแชร์ลงโซเชียลมีเดีย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55848" y="141732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93008" y="1554480"/>
            <a:ext cx="219456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572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 PROFESSIONAL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1783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อายุ 25–34 ปี • ดีไซเนอร์ / ครีเอเตอร์ / นักพัฒนา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93008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พฤติกรรมและความต้องการ: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93008" y="23317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ค้นหาวัตถุดิบและแรงบันดาลใจเพื่อสร้าง Soft Power ต้องการข้อมูลเชิงลึกที่มีหลักฐานอ้างอิงชัดเจน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93008" y="3246120"/>
            <a:ext cx="219456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3101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💡 GRURU Feature ตอบโจทย์: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38728" y="352044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Interactive Graph เจาะลึกความสัมพันธ์, ฟีเจอร์เซฟคอลเลกชันส่วนตัว และ Open Dataset ดาวน์โหลดไปต่อยอด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0176" y="141732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17336" y="1554480"/>
            <a:ext cx="219456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1572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LIFELONG LEARNER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1783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อายุ 30–40 ปี • คนทำงาน / พ่อแม่รุ่นใหม่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17336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พฤติกรรมและความต้องการ: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17336" y="23317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สนใจที่มาของเรื่องรอบตัว เช่น สุขภาพ โภชนาการ และการเลี้ยงดู ต้องการความน่าเชื่อถือสูง ไม่ชอบข่าวลือ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17336" y="3246120"/>
            <a:ext cx="219456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33101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💡 GRURU Feature ตอบโจทย์: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63056" y="352044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Everyday Takeaway ชัดเจน นำไปปรับใช้กับชีวิตได้จริง พร้อมปุ่มเปิดดูแหล่งอ้างอิงต้นฉบับได้ในคลิกเดียว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GRM-2026-SYS-007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TECH ARCHITECTURE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สถาปัตยกรรมระบบและมาตรฐานเทคโนโลยีระดับสากล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37490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High-Performance Stack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8745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 + TypeScript + Tailwind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สถาปัตยกรรม Web App ล่าสุด โหลดเร็วภายใน 0.8 วินาที รองรับ Responsive ทั้ง Desktop, Tablet และ Mobile-First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37490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D3.js Force Simulation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Canvas-based Graph Rendering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เรนเดอร์โครงข่าย Knowledge Graph ลื่นไหล 60 FPS แม้มีโหนดนับพัน พร้อมการเคลื่อนไหว Scan -&gt; Decode -&gt; Connect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37490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Global Accessibility (WCAG AA)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Contrast Ratio 5.3:1 ถึง 17:1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ผ่านเกณฑ์ความเข้าถึงระดับสากล ผู้มีสายตาบกพร่องแยกโหนดด้วยรูปทรงเรขาคณิต รองรับระบบอ่านหน้าจอและโหมดลดการเคลื่อนไหว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37490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Open Data &amp; AI Ready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JSON-LD / Graph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จัดเก็บข้อมูลมาตรฐานสากล พร้อมเปิด API ให้ภาครัฐและสตาร์ตอัปนำไป Fine-tune โมเดล AI ภาษาไทยได้อย่างถูกต้อง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2860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B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GRM-2026-ROAD-008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28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 // ROADMAP &amp; PROPOSAL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แผนการดำเนินงานและข้อเสนอความร่วมมือกับกระทรวงดิจิทัลฯ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— Future Archaeology Platform | นำเสนอรัฐมนตรีว่าการกระทรวงดิจิทัลเพื่อเศรษฐกิจและสังคม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NATIONAL STRATEGY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536192"/>
            <a:ext cx="2194560" cy="320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36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(Q1-Q2)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Prototype &amp; Core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2860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พัฒนา Design Tokens &amp; UI Component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สร้างโมเดลจำลอง 50 หัวข้อความรู้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พัฒนา Data Booming Engine และกราฟ D3.js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55848" y="14173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3008" y="1536192"/>
            <a:ext cx="2194560" cy="320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1536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(Q3)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93008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Data Integration &amp; Sandbox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22860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เชื่อมต่อคลังข้อมูลดิจิทัลภาครัฐ (e-Museum, หอสมุดแห่งชาติ)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ทดสอบระบบร่วมกับกลุ่มคนรุ่นใหม่ 10,000 คน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ปรับปรุงความถูกต้องและการแสดงผล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80176" y="14173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17336" y="1536192"/>
            <a:ext cx="2194560" cy="320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1536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(Q4)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17336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National Launch &amp; Open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17336" y="22860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เปิดตัวเป็นแพลตฟอร์มพิพิธภัณฑ์ความรู้ดิจิทัลแห่งชาติ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เปิด Open Data API สำหรับการต่อยอดด้าน EdTech และ AI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• แคมเปญ Soft Power สู่ระดับสากล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474720"/>
            <a:ext cx="7680960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🤝 ข้อเสนอเชิงนโยบายเพื่อขอรับการสนับสนุนจากกระทรวงดิจิทัลฯ (MDES):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8587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1. การเชื่อมโยงข้อมูล (Data Partnership): สนับสนุนการเชื่อมต่อข้อมูลประวัติศาสตร์และภูมิปัญญาจากหน่วยงานในกำกับดูแล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2. Sandbox สนับสนุน AI ไทย: ให้ GRURU MUSEUM เป็น Sandbox ในการสร้าง Semantic Knowledge Graph เพื่อป้อน AI โมเดลภาษาไทย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3. การผลักดันสู่แพลตฟอร์มระดับชาติ: บรรจุเข้าเป็นส่วนหนึ่งของนโยบายพัฒนาทักษะดิจิทัลและการเรียนรู้ตลอดชีวิต (Lifelong Learning)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8C6BFF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548640"/>
            <a:ext cx="64008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777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SPECIMEN // CONCLUSION-SUMMARY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“เปลี่ยนมรดกทางปัญญาของชาติ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B0B0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ให้กลายเป็นพลังขับเคลื่อนชีวิตคนรุ่นใหม่”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GRURU MUSEUM พร้อมเป็นหัวหอกในการนำเทคโนโลยี Knowledge Graph และ Data Booming มาปฏิวัติการเรียนรู้ ยกระดับภูมิปัญญาไทยสู่ระดับโลก และเป็นโครงสร้างพื้นฐานดิจิทัลที่ยั่งยืน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926080"/>
            <a:ext cx="173736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KNOWLEDGE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32735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ค้นพบมุมมองใหม่ ตรวจสอบได้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03320" y="2926080"/>
            <a:ext cx="173736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STORYTELLING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32735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เข้าใจใน 3 วินาทีผ่าน Data Booming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2926080"/>
            <a:ext cx="173736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EVERYDAY LIVING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23560" y="32735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F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นำไปใช้ในชีวิตจริงได้ทุกวัน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กราบขอบพระคุณ ฯพณฯ รัฐมนตรีว่าการกระทรวงดิจิทัลเพื่อเศรษฐกิจและสังคม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ทีมงานพร้อมสำหรับการสาธิตระบบและเริ่มดำเนินโครงการทันที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Ministry of Digital Economy and Society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GRURU MUSEUM: Future Archaeology Platform - Ministerial Presentation</dc:title>
  <dc:subject>PptxGenJS Presentation</dc:subject>
  <dc:creator>GRURU MUSEUM Project Team</dc:creator>
  <cp:lastModifiedBy>GRURU MUSEUM Project Team</cp:lastModifiedBy>
  <cp:revision>1</cp:revision>
  <dcterms:created xsi:type="dcterms:W3CDTF">2026-10-15T09:19:27Z</dcterms:created>
  <dcterms:modified xsi:type="dcterms:W3CDTF">2026-10-15T09:19:27Z</dcterms:modified>
</cp:coreProperties>
</file>